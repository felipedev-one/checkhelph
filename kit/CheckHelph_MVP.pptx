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e9824152b545c5" /><Relationship Type="http://schemas.openxmlformats.org/officeDocument/2006/relationships/extended-properties" Target="/docProps/app.xml" Id="R0de04cbb69384b4f" /><Relationship Type="http://schemas.openxmlformats.org/officeDocument/2006/relationships/officeDocument" Target="/ppt/presentation.xml" Id="Rbf589032c219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62c9dad88462f"/>
  </p:sldMasterIdLst>
  <p:notesMasterIdLst>
    <p:notesMasterId xmlns:r="http://schemas.openxmlformats.org/officeDocument/2006/relationships" r:id="Rf7009294e7d54deb"/>
  </p:notesMasterIdLst>
  <p:sldIdLst>
    <p:sldId xmlns:r="http://schemas.openxmlformats.org/officeDocument/2006/relationships" id="256" r:id="R6db597c7ed2e4112"/>
    <p:sldId xmlns:r="http://schemas.openxmlformats.org/officeDocument/2006/relationships" id="257" r:id="Rbedc3fc229b24de9"/>
    <p:sldId xmlns:r="http://schemas.openxmlformats.org/officeDocument/2006/relationships" id="258" r:id="R9dc202c1f053410d"/>
    <p:sldId xmlns:r="http://schemas.openxmlformats.org/officeDocument/2006/relationships" id="259" r:id="R228296bc911042e9"/>
    <p:sldId xmlns:r="http://schemas.openxmlformats.org/officeDocument/2006/relationships" id="260" r:id="Rcdf3fa78a37f4284"/>
    <p:sldId xmlns:r="http://schemas.openxmlformats.org/officeDocument/2006/relationships" id="261" r:id="R23c17898956b416d"/>
    <p:sldId xmlns:r="http://schemas.openxmlformats.org/officeDocument/2006/relationships" id="262" r:id="Rfbb261e4088440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22f1e842b46be" /><Relationship Type="http://schemas.openxmlformats.org/officeDocument/2006/relationships/slideMaster" Target="/ppt/slideMasters/slideMaster1.xml" Id="R37a62c9dad88462f" /><Relationship Type="http://schemas.openxmlformats.org/officeDocument/2006/relationships/notesMaster" Target="/ppt/notesMasters/notesMaster1.xml" Id="Rf7009294e7d54deb" /><Relationship Type="http://schemas.openxmlformats.org/officeDocument/2006/relationships/presProps" Target="/ppt/presProps.xml" Id="R4c4ed999ffd94356" /><Relationship Type="http://schemas.openxmlformats.org/officeDocument/2006/relationships/tableStyles" Target="/ppt/tableStyles.xml" Id="R1dee12ffd5514086" /><Relationship Type="http://schemas.openxmlformats.org/officeDocument/2006/relationships/slide" Target="/ppt/slides/slide1.xml" Id="R6db597c7ed2e4112" /><Relationship Type="http://schemas.openxmlformats.org/officeDocument/2006/relationships/slide" Target="/ppt/slides/slide2.xml" Id="Rbedc3fc229b24de9" /><Relationship Type="http://schemas.openxmlformats.org/officeDocument/2006/relationships/slide" Target="/ppt/slides/slide3.xml" Id="R9dc202c1f053410d" /><Relationship Type="http://schemas.openxmlformats.org/officeDocument/2006/relationships/slide" Target="/ppt/slides/slide4.xml" Id="R228296bc911042e9" /><Relationship Type="http://schemas.openxmlformats.org/officeDocument/2006/relationships/slide" Target="/ppt/slides/slide5.xml" Id="Rcdf3fa78a37f4284" /><Relationship Type="http://schemas.openxmlformats.org/officeDocument/2006/relationships/slide" Target="/ppt/slides/slide6.xml" Id="R23c17898956b416d" /><Relationship Type="http://schemas.openxmlformats.org/officeDocument/2006/relationships/slide" Target="/ppt/slides/slide7.xml" Id="Rfbb261e4088440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f63e77e4c4c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7544435578422f" /><Relationship Type="http://schemas.openxmlformats.org/officeDocument/2006/relationships/notesMaster" Target="/ppt/notesMasters/notesMaster1.xml" Id="R318ed7bba0194e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792c7945184f12" /><Relationship Type="http://schemas.openxmlformats.org/officeDocument/2006/relationships/notesMaster" Target="/ppt/notesMasters/notesMaster1.xml" Id="R8a9839fd4ce244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5183cdf3234265" /><Relationship Type="http://schemas.openxmlformats.org/officeDocument/2006/relationships/notesMaster" Target="/ppt/notesMasters/notesMaster1.xml" Id="Re9eb1b18d1f448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95b52b28b64aa4" /><Relationship Type="http://schemas.openxmlformats.org/officeDocument/2006/relationships/notesMaster" Target="/ppt/notesMasters/notesMaster1.xml" Id="R5e46cf1a483d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26062e0a3a48be" /><Relationship Type="http://schemas.openxmlformats.org/officeDocument/2006/relationships/notesMaster" Target="/ppt/notesMasters/notesMaster1.xml" Id="R0df9d87b182a43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cdda7aa9ce49f4" /><Relationship Type="http://schemas.openxmlformats.org/officeDocument/2006/relationships/notesMaster" Target="/ppt/notesMasters/notesMaster1.xml" Id="Rcdae67afd466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f5ea06bf7648aa" /><Relationship Type="http://schemas.openxmlformats.org/officeDocument/2006/relationships/notesMaster" Target="/ppt/notesMasters/notesMaster1.xml" Id="Rd897d6dd17b3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c523ae54544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ecc8277ef4b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97e52ecb541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3cc135e3347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e9677c74f4b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56d68777b46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24B5E9-A9F9-429F-9E47-2676693A9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6C90BB-D695-4ADA-A708-D360F22140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E1F0E9-B425-47C4-A71E-B149C12F19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6B976E-C7E2-4E60-9868-B185B5065C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01DB63-83D8-4706-A8CD-313CA84C4F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ECEB23-E0EB-434A-BA55-4AA7D19530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FBE084-4640-49EE-9121-E1293EA2D6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5A961B-C54E-47B5-994D-B5B22A0314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A2AE42-7263-49C6-ADC4-652990306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3E82E4-974C-481B-95F4-498F0CF10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7bc13ec2254fec" /><Relationship Type="http://schemas.openxmlformats.org/officeDocument/2006/relationships/slideLayout" Target="/ppt/slideLayouts/slideLayout1.xml" Id="R420a5fd60d984814" /><Relationship Type="http://schemas.openxmlformats.org/officeDocument/2006/relationships/slideLayout" Target="/ppt/slideLayouts/slideLayout2.xml" Id="Rc68259979a1945c2" /><Relationship Type="http://schemas.openxmlformats.org/officeDocument/2006/relationships/slideLayout" Target="/ppt/slideLayouts/slideLayout3.xml" Id="Re9ef2dff4d5c473a" /><Relationship Type="http://schemas.openxmlformats.org/officeDocument/2006/relationships/slideLayout" Target="/ppt/slideLayouts/slideLayout4.xml" Id="Rf2f47c67dde04a1c" /><Relationship Type="http://schemas.openxmlformats.org/officeDocument/2006/relationships/slideLayout" Target="/ppt/slideLayouts/slideLayout5.xml" Id="R1ce0c430f5df47b1" /><Relationship Type="http://schemas.openxmlformats.org/officeDocument/2006/relationships/slideLayout" Target="/ppt/slideLayouts/slideLayout6.xml" Id="R2fe73b07e2b74a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0a5fd60d984814"/>
    <p:sldLayoutId xmlns:r="http://schemas.openxmlformats.org/officeDocument/2006/relationships" id="2147483650" r:id="Rc68259979a1945c2"/>
    <p:sldLayoutId xmlns:r="http://schemas.openxmlformats.org/officeDocument/2006/relationships" id="2147483651" r:id="Re9ef2dff4d5c473a"/>
    <p:sldLayoutId xmlns:r="http://schemas.openxmlformats.org/officeDocument/2006/relationships" id="2147483652" r:id="Rf2f47c67dde04a1c"/>
    <p:sldLayoutId xmlns:r="http://schemas.openxmlformats.org/officeDocument/2006/relationships" id="2147483653" r:id="R1ce0c430f5df47b1"/>
    <p:sldLayoutId xmlns:r="http://schemas.openxmlformats.org/officeDocument/2006/relationships" id="2147483654" r:id="R2fe73b07e2b74a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98e5c74624e7e" /><Relationship Type="http://schemas.openxmlformats.org/officeDocument/2006/relationships/notesSlide" Target="/ppt/notesSlides/notesSlide1.xml" Id="Rbc3b54cf281546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1ae5ae991493a" /><Relationship Type="http://schemas.openxmlformats.org/officeDocument/2006/relationships/notesSlide" Target="/ppt/notesSlides/notesSlide2.xml" Id="Rf50c7ca45e9948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52133768349b2" /><Relationship Type="http://schemas.openxmlformats.org/officeDocument/2006/relationships/notesSlide" Target="/ppt/notesSlides/notesSlide3.xml" Id="R6678a47bdf0747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a53d426bc4a01" /><Relationship Type="http://schemas.openxmlformats.org/officeDocument/2006/relationships/notesSlide" Target="/ppt/notesSlides/notesSlide4.xml" Id="Rc2ece5a10ff349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6de7121fa45ed" /><Relationship Type="http://schemas.openxmlformats.org/officeDocument/2006/relationships/notesSlide" Target="/ppt/notesSlides/notesSlide5.xml" Id="Raff8ebd8f4ed44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712690b7b4732" /><Relationship Type="http://schemas.openxmlformats.org/officeDocument/2006/relationships/notesSlide" Target="/ppt/notesSlides/notesSlide6.xml" Id="Ra520b976bbb0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48d7070c8401f" /><Relationship Type="http://schemas.openxmlformats.org/officeDocument/2006/relationships/notesSlide" Target="/ppt/notesSlides/notesSlide7.xml" Id="Rea4a291170a747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7C8086-82DC-4F8E-B6D2-3FD459CE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7BBC8-9421-493A-BFE2-63FEF6A6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" y="344043"/>
            <a:ext cx="181356" cy="207264"/>
          </a:xfrm>
          <a:prstGeom xmlns:a="http://schemas.openxmlformats.org/drawingml/2006/main" prst="roundRect">
            <a:avLst>
              <a:gd name="adj" fmla="val 42017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CAF36-F7E4-49C8-9817-69D70FA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327851"/>
            <a:ext cx="71247" cy="323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0DB80-4F74-4D6D-8FA8-CD727795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" y="425006"/>
            <a:ext cx="38862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AE78A-8AD6-4DE8-BEF7-05CBB27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" y="431483"/>
            <a:ext cx="58293" cy="22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44A84-CBBA-4F79-8AC0-C6D1EC1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5" y="489776"/>
            <a:ext cx="90678" cy="9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A8DE-0AC3-4108-AF9F-5209FE24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533495"/>
            <a:ext cx="24289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64728-6CC8-4A36-A962-AE915E5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8922"/>
            <a:ext cx="42101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984D5-70D2-4500-86AC-A8589E4A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E3B04-E9F9-4AD6-89FB-5BDD470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001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3C904-6331-4521-85B4-BCF83772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DF1EA"/>
                </a:solidFill>
                <a:latin typeface="Arial"/>
                <a:ea typeface="Arial"/>
                <a:cs typeface="Arial"/>
              </a:rPr>
              <a:t>PROYECTO CAPSTONE ·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909D7-0597-45CF-AA4D-A2F5D93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3B18B-B0E0-4498-811C-E477DB4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F1EA"/>
                </a:solidFill>
                <a:latin typeface="Arial"/>
                <a:ea typeface="Arial"/>
                <a:cs typeface="Arial"/>
              </a:rPr>
              <a:t>Turnos, tareas y novedades</a:t>
            </a:r>
          </a:p>
          <a:p xmlns:a="http://schemas.openxmlformats.org/drawingml/2006/main">
            <a:pPr algn="l">
              <a:defRPr sz="2400" b="1">
                <a:solidFill>
                  <a:srgbClr val="DDF1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F1EA"/>
                </a:solidFill>
                <a:latin typeface="Arial"/>
                <a:ea typeface="Arial"/>
                <a:cs typeface="Arial"/>
              </a:rPr>
              <a:t>con un responsable claro.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D6A4E-CDD8-44E3-B77F-C683179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7E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3DF"/>
                </a:solidFill>
                <a:latin typeface="Arial"/>
                <a:ea typeface="Arial"/>
                <a:cs typeface="Arial"/>
              </a:rPr>
              <a:t>Web móvil para coordinar la operación diaria de equipos de comida rápida y facilitar la continuidad entre turnos.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D7E6C-5B3A-4C45-9B0C-272CBF60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B85C7-384B-4462-9714-E398DF9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Prototipo interactivo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DA8F0-2E2C-4FC0-84EB-00A184AD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00100"/>
            <a:ext cx="2876550" cy="514350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1CF52-18D9-4124-BE38-AEB50113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876300"/>
            <a:ext cx="2743200" cy="49911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C4945-F20A-43DC-BBA9-36AFF9DE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24" y="866775"/>
            <a:ext cx="747903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30BB1-7316-4B27-A54B-D992A11B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287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183F7-C4C8-480A-8D3A-F8788779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954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Mi turno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0BE96-7DD5-4C2F-9F49-1CEC965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4305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Local Plaza Norte · 16:00–22:00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9B8FC-0BCF-4C11-BB4E-B9EED6D4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2571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8881B-1CD0-480E-BE58-4E6ABE98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95475"/>
            <a:ext cx="2400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TURNO ACTIVO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EC96F-6C5A-454B-8241-CE32316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3 tareas pendientes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754D5-4C1F-4DCB-AB65-FA1512C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9555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E6BD6-FB7E-41EE-9062-3C85F42C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6222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Preparar estación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4C5B59-A087-4C06-98EF-A6CE52C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9875"/>
            <a:ext cx="232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LISTA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01B00A-D8F5-43DF-BC1B-EC4FA0A7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075811-9D1A-43FB-B971-9E8F166A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289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Revisar insumos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6F935-7C30-4ED1-B6EE-12FBDF2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6625"/>
            <a:ext cx="232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7A394B-B5CB-44B5-AC06-905D162D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435101-DDD9-48A2-8A0F-C84BCDF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9572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Sanitizar mesones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7D9441-3D6C-4B1C-B3BC-713ACC4A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232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39DF92-3533-4285-90D0-F18EC204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29225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96A7E4-4A61-4E2E-A136-3782799D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054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Reportar bloqueo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178065-E1BE-400C-857C-F5866FBF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388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B9CDC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CDCA"/>
                </a:solidFill>
                <a:latin typeface="Arial"/>
                <a:ea typeface="Arial"/>
                <a:cs typeface="Arial"/>
              </a:rPr>
              <a:t>VISTA DEL COLABORADOR</a:t>
            </a:r>
          </a:p>
        </p:txBody>
      </p:sp>
    </p:spTree>
    <p:extLst>
      <p:ext uri="{BB962C8B-B14F-4D97-AF65-F5344CB8AC3E}">
        <p14:creationId xmlns:p14="http://schemas.microsoft.com/office/powerpoint/2010/main" val="574880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38AC6-2A1E-4E51-80AC-6E3C7659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F8A3C-C259-4568-B5AA-B7EEE0D9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" y="344043"/>
            <a:ext cx="181356" cy="207264"/>
          </a:xfrm>
          <a:prstGeom xmlns:a="http://schemas.openxmlformats.org/drawingml/2006/main" prst="roundRect">
            <a:avLst>
              <a:gd name="adj" fmla="val 42017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5063B-4F1F-4CF0-A640-60238CD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327851"/>
            <a:ext cx="71247" cy="323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695A7-8092-420E-B4FF-B554AFA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" y="425006"/>
            <a:ext cx="38862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0A044-63E4-48DE-8C4A-C857989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" y="431483"/>
            <a:ext cx="58293" cy="22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AF889-A15D-43D4-B377-04F77A95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5" y="489776"/>
            <a:ext cx="90678" cy="9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F2853-2BBB-42AA-94CA-35BE3C5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533495"/>
            <a:ext cx="24289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44C5D-CD14-4FE3-AFD3-D88429A5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8922"/>
            <a:ext cx="42101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877DF-304E-4C19-B371-5C1D5AEB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5ED0A-7C8C-40F9-A17F-57EE852D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La operación pierde contexto entre personas y turnos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DDBE6-9604-405C-8830-6B740038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Mensajes, indicaciones orales y listas sueltas hacen más difícil saber qué falta y quién debe actuar.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97DB7-FB62-4B6D-A6A3-98780115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1AF97-4C04-47D1-85BC-732339AA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CHECKHELPH  / 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1D0C3-A6A5-4778-AB21-E24E5C03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9CE1A-3CBE-4BC3-AC0C-F3A36B1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0A89F-F105-41F1-AB75-55B1789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762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C198D-F9E8-4FB4-8E0D-1A8DD0EA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Instrucciones dispersas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9A36F-4EDB-4EDE-BB81-03C7DFB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29813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La información queda repartida en conversaciones y recordatorios del local.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01CF9-B60A-4607-B1C0-07B94F56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5295F-0B4C-4F3A-9971-9BEF38B1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4762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92DD6-BAA1-45FB-BABA-4FA65C57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526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Responsables poco visibles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B1EA6-CEEB-42CC-8403-2F5C8369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76525"/>
            <a:ext cx="29813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Una tarea pendiente puede no tener una persona asignada o una hora objetivo.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28CF3-7463-451D-9483-F790442F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27368-8F34-4F21-AA5D-FF5FFEF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4762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87187-BEA9-488D-BC16-B76D0768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Entrega incompleta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350DF-C1A1-43EE-A724-C36D415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76525"/>
            <a:ext cx="29813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El siguiente turno recibe novedades tarde o sin claridad sobre el estado.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20ECE-D7A0-4129-A740-769047E0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La propuesta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ADF78-31E2-4E72-BB7B-D2162BC8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339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 reúne el estado del turno y deja cada pendiente con una acción y responsable visibles.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C4F90-D62B-4ED7-8442-715AEF8B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El MVP se valida en un local piloto con tareas y novedades ficticias o autorizadas.</a:t>
            </a:r>
          </a:p>
        </p:txBody>
      </p:sp>
    </p:spTree>
    <p:extLst>
      <p:ext uri="{BB962C8B-B14F-4D97-AF65-F5344CB8AC3E}">
        <p14:creationId xmlns:p14="http://schemas.microsoft.com/office/powerpoint/2010/main" val="835201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172564-D6C3-4F30-AA14-027EC40E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88231-2B56-4C2C-A9BC-E026E230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" y="344043"/>
            <a:ext cx="181356" cy="207264"/>
          </a:xfrm>
          <a:prstGeom xmlns:a="http://schemas.openxmlformats.org/drawingml/2006/main" prst="roundRect">
            <a:avLst>
              <a:gd name="adj" fmla="val 42017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C3CB9-62A9-4F6A-9B65-9C38F6C4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327851"/>
            <a:ext cx="71247" cy="323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4F259-1D3A-4263-8A9E-524F3FA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" y="425006"/>
            <a:ext cx="38862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80E75-D612-4324-8EDD-F60D39BF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" y="431483"/>
            <a:ext cx="58293" cy="22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0C972-B7D6-4145-9024-AC9199D0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5" y="489776"/>
            <a:ext cx="90678" cy="9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A0577-5836-4196-BB09-289D5B6E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533495"/>
            <a:ext cx="24289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B8BD9-CAA9-44C7-93A9-7BCA7F42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8922"/>
            <a:ext cx="42101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52A64-5B53-484B-8A33-A93BCD45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48917-8185-4E75-93B5-3025461B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Un flujo breve para preparar, resolver y entregar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D74D1-D1AB-4671-B6E8-8593F90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El equipo comparte una vista común y conserva el contexto cuando aparece un bloqueo.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CE6DC-5472-435B-B067-6599A403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1E650-EB50-40B0-898F-ED66B2E2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CHECKHELPH  / 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DF198-24E9-4E0A-BD6F-E1992125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4A752-F503-4B8B-AC75-158E75DD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F1FAD-4DA0-48FA-A363-53D64F8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87626-4E03-4128-A052-F18AE5F8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42585-507A-407A-A706-54807156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B2E54-7EA7-4343-B0C8-B017FC5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Elegir la plantilla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del turno y revisar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prioridades.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E3E06-2532-4E23-981D-2CA0E24C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636D2-5B7A-40C4-B7AB-23BAB238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5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EA9EF-C039-4297-9A44-5AF99B64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Asignar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68FFF-908F-4720-8139-F1A0A400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861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Cada tarea queda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con responsable y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plazo definidos.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2E4A2-A203-4A28-B49A-2899F36B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B0EBD-8621-4B32-90BC-B0524F7F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F5BFF-BD48-4B12-90F0-440C22B7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Resolver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B1354-8BC6-45C6-B0B2-A1CE43D5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Completar la tarea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o reportar qué impide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continuar.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D6350-FE1E-41AE-A732-027F6BFA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00889-6D91-4488-BBD0-0EE9A7A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5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6713F-D9B3-4C03-B48F-72584FD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Traspasar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E63D9C-9809-4447-BD6C-2C93E0F4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861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Dejar pendientes y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novedades para quien</a:t>
            </a:r>
          </a:p>
          <a:p xmlns:a="http://schemas.openxmlformats.org/drawingml/2006/main">
            <a:pPr algn="l">
              <a:defRPr sz="11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recibe el local.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10B0E4-3EA7-442B-BF93-DB645ACD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112585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218EFE-79DB-44EB-AEF7-7E4DE93D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Regla operativa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1340F9-C994-4782-8810-D045AEFE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672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Cada tarea tiene una persona asignada, un estado y una forma de pedir ayuda.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BE934C-8038-461A-8439-54FBCFEF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4827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La jefatura puede ver dónde apoyar sin pedir actualizaciones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61051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483D35-96C8-4BD6-A787-4B792EF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84A3E-68AB-43F7-9FCA-4566124D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" y="344043"/>
            <a:ext cx="181356" cy="207264"/>
          </a:xfrm>
          <a:prstGeom xmlns:a="http://schemas.openxmlformats.org/drawingml/2006/main" prst="roundRect">
            <a:avLst>
              <a:gd name="adj" fmla="val 42017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74670-DD6D-4E25-AE96-D2F97818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327851"/>
            <a:ext cx="71247" cy="323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C5A12-0B1F-4433-80DD-3BA6C974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" y="425006"/>
            <a:ext cx="38862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F1403-9202-458F-9325-A857648E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" y="431483"/>
            <a:ext cx="58293" cy="22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6E25D-7FA9-46EA-90FF-42964AA5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5" y="489776"/>
            <a:ext cx="90678" cy="9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2BD06-E0E0-47E9-BA48-E61C8E0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533495"/>
            <a:ext cx="24289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83C62-ED20-4159-8A17-9729B19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8922"/>
            <a:ext cx="42101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227C1-6162-4BEA-BA21-4FCAF43F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C5E46-B672-4A36-BCDD-75409B5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Las acciones frecuentes quedan a pocos toques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985AF-100D-4F9C-B739-42D12229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Interfaz mobile first para uso rápido durante la operación.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BB76B-69A9-416C-A7DA-3D3D613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F6203-28E9-4DFA-8596-4A8EDE6E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CHECKHELPH  / 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729FE-8367-4616-9281-6F507EF0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B7C1E-86D0-4580-ADA6-AD62E40F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2381250" cy="3810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13825-9E4F-4568-A5C2-CF45400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81225"/>
            <a:ext cx="2247900" cy="3657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9887B-A441-4374-AE40-4BDDBD81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2171700"/>
            <a:ext cx="6191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569BF-9855-43F8-8151-0E787400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333F8-0CC9-4B85-8926-E5EDE14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Mi turno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55DFB-8BE5-4F9B-B9D6-341B372A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Local Plaza Norte · 16:00–22:00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45D5C-9B50-4EF7-933C-DB97F003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14675"/>
            <a:ext cx="20764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61924-7AB0-432F-9459-46E4763C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TURNO ACTIVO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E9B0B-C279-4172-9DFD-8280CC6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3 tareas pendientes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4BDFF-1FFC-47C8-ACB2-66C5279C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076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BE437D-1FDB-40DE-B732-9120BBEC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0475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Preparar estación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6B75F-0BFB-4DE0-84A9-4C451D49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1828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LISTA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3B4B0-A4CC-4A7C-AE74-704321E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2076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E2F274-7A4D-4259-9AB7-82147416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Revisar insumos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7D84F-C4E7-4264-9C13-DCF9F875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7225"/>
            <a:ext cx="1828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858C6E-8E7D-4836-83CF-D8E9CAC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076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C3A53-55B5-4EFD-8294-5EF57EB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Sanitizar mesones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3F49EC-A37E-4BF2-9359-6A5C1B74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1828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83424-3FCB-4FED-8FF4-2A035A07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2076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8410E2-3605-456D-BEAD-6A480496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Reportar bloqueo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0A5CAC-F55C-402C-B5E6-1237F23A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05025"/>
            <a:ext cx="2381250" cy="3810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F24F4-6D24-42DA-825C-9C100875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81225"/>
            <a:ext cx="2247900" cy="3657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E42C23-73F8-493B-977B-D4BD57C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171700"/>
            <a:ext cx="6191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B4AAFC-AC92-4E56-A74E-718B1EF8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336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931A2F-7060-4AC3-B4ED-EED8D319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Detalle de tarea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2F4FCD-8310-4705-99F9-7003269C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57525"/>
            <a:ext cx="2076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41924F-9815-4A16-9158-3296B7A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171825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80580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80580F"/>
                </a:solidFill>
                <a:latin typeface="Arial"/>
                <a:ea typeface="Arial"/>
                <a:cs typeface="Arial"/>
              </a:rPr>
              <a:t>PRIORIDAD ALTA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4DAE1C-F8C6-4073-9555-06507407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718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Revisar insumos de estación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E9B28F-B67F-4CEC-84C7-6CDD9601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52875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Responsable · Camila · Cocina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DC96C2-68D9-4647-9F8D-5B07DBA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148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Pasos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1B861B-D3BF-40B1-AC70-6638A0EB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81525"/>
            <a:ext cx="2038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63A40"/>
                </a:solidFill>
                <a:latin typeface="Arial"/>
                <a:ea typeface="Arial"/>
                <a:cs typeface="Arial"/>
              </a:rPr>
              <a:t>1. Verificar stock</a:t>
            </a:r>
          </a:p>
          <a:p xmlns:a="http://schemas.openxmlformats.org/drawingml/2006/main">
            <a: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63A40"/>
                </a:solidFill>
                <a:latin typeface="Arial"/>
                <a:ea typeface="Arial"/>
                <a:cs typeface="Arial"/>
              </a:rPr>
              <a:t>2. Registrar faltantes</a:t>
            </a:r>
          </a:p>
          <a:p xmlns:a="http://schemas.openxmlformats.org/drawingml/2006/main">
            <a:pPr algn="l">
              <a:defRPr sz="825" b="0">
                <a:solidFill>
                  <a:srgbClr val="263A4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63A40"/>
                </a:solidFill>
                <a:latin typeface="Arial"/>
                <a:ea typeface="Arial"/>
                <a:cs typeface="Arial"/>
              </a:rPr>
              <a:t>3. Avisar al encargado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FD1BFE-2C99-4B1F-8637-21D83FB9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200650"/>
            <a:ext cx="2076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CB45C2-9052-4435-BEDE-2986F3C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2768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Completar tarea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8949C4-B40F-4316-BEB6-A1CF7D98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05025"/>
            <a:ext cx="2381250" cy="3810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A5AE6E-8DA4-41BC-8CFB-1A04236E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81225"/>
            <a:ext cx="2247900" cy="3657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6022CD-3707-40B8-A498-6118DEB2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2171700"/>
            <a:ext cx="6191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7DFFA1-DE01-4B86-9DA1-A2DE9A6A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D0F731-D94A-4835-A2F9-98A49A42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Nuevo bloqueo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2F7A08-42AE-43BF-8BDC-C5D8D8C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76575"/>
            <a:ext cx="2076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1245FA-425F-4C5C-B6F5-509A081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4B3E"/>
                </a:solidFill>
                <a:latin typeface="Arial"/>
                <a:ea typeface="Arial"/>
                <a:cs typeface="Arial"/>
              </a:rPr>
              <a:t>FALTA UN INSUMO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DC961C-238D-4E89-8788-8CF67EB3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861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Producto o estación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35C90F-C66D-4067-8555-6CFE1250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2076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BE1DD4-2539-446D-8662-BE15E8ED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Seleccionar…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27E205-EB96-4144-BBB9-BD3F9611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481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Detalle (opcional)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2B1F34-BF26-4B97-89E6-98269EC8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76775"/>
            <a:ext cx="2076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8CFA93-4FE0-4F64-AB82-F60C613A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720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Describe el bloqueo y la medida temporal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1946EB-920F-4A9E-A048-B6D61993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00650"/>
            <a:ext cx="2076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10CE24-8B8B-458F-AB63-C7C726D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768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Avisar al encargado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57BB93-86DF-4D30-95D5-0E75E70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Mi turno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2F2F70-747B-4B64-8BF7-B54F9C02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00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Completar una tarea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ED2B9F-32EE-411C-92A7-6093AF42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00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Reportar un bloqueo</a:t>
            </a:r>
          </a:p>
        </p:txBody>
      </p:sp>
    </p:spTree>
    <p:extLst>
      <p:ext uri="{BB962C8B-B14F-4D97-AF65-F5344CB8AC3E}">
        <p14:creationId xmlns:p14="http://schemas.microsoft.com/office/powerpoint/2010/main" val="86329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98899B-D9F5-449E-9375-00A49EE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2CE7A-55EB-4364-8193-40252A4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" y="344043"/>
            <a:ext cx="181356" cy="207264"/>
          </a:xfrm>
          <a:prstGeom xmlns:a="http://schemas.openxmlformats.org/drawingml/2006/main" prst="roundRect">
            <a:avLst>
              <a:gd name="adj" fmla="val 42017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35B3-77E2-40B5-A3B3-A29C7885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327851"/>
            <a:ext cx="71247" cy="323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EB82E-CE1D-4249-BC66-4F180BF8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" y="425006"/>
            <a:ext cx="38862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8ABD2-D06E-43B1-985B-59B2365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" y="431483"/>
            <a:ext cx="58293" cy="22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210A7-FD01-49D8-A818-16785344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5" y="489776"/>
            <a:ext cx="90678" cy="9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45C24-428D-4846-8644-7C4FE60B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533495"/>
            <a:ext cx="24289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E0B80-CEF4-4FFB-B1FD-C4286F50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8922"/>
            <a:ext cx="42101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1BB14-B557-4DDD-B64B-60844077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ADAE5-3D42-4A07-9DD2-300A98D4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La jefatura ve el estado sin perseguir mensajes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A3CD7-D15A-4394-AC47-6A4B823B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En pantallas grandes, el resumen ayuda a priorizar apoyos durante el turno.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3504D-0C83-4348-9820-30301B12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1BB0C-319F-4B18-AD70-DB3520EA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CHECKHELPH  / 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A8228-1CD9-45D9-BA32-7F6A8D95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208EA-D793-470A-8B49-375322A5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1277600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4562-C304-4A53-9F3D-FF33862A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127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C07E6-D886-4DF3-8857-949AA859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44625-15EF-4C7D-9E0A-7FE4028D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02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DDF1E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DF1EA"/>
                </a:solidFill>
                <a:latin typeface="Arial"/>
                <a:ea typeface="Arial"/>
                <a:cs typeface="Arial"/>
              </a:rPr>
              <a:t>Local Plaza Norte   /   Turno tarde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51E4E-52D2-40B5-92FA-8C6FDF77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027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Miércoles 16:00–22:00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2704A-E5A1-4AF3-BC88-16EA1DD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Resumen del turno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1A452-64E0-427C-86A9-EB1FFA3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BF9E0-A80C-4BF8-8C31-E0EB6610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Tareas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02188-234C-4D08-932A-74AD87EC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43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85FDE-E5A2-4259-840C-2E7CBAD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Completadas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BC855-5605-4EB7-A33F-E40093E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EA484-029D-4282-91F9-7CAE15D9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En curso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0963B-9BCE-49D9-8749-D4B253A6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4B3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CD451B-7381-4F67-AE62-9D524DC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Bloqueo activo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17B3C4-AA92-47F8-9A1A-8E96D9DA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79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20EB31-FF21-4011-BB1E-7383983A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TAREA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1147B-6A2B-4B3D-B984-4976E663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00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RESPONSABLE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6F14FF-566A-40BD-B2C4-7A59C351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CDD32-D0BA-44C4-A7E3-CE685976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00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HORA LÍMITE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87D28-38DD-4333-A4C5-B777C60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9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4CE981-06C2-4345-9530-38CD3A7C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Revisar stock de bebidas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5748D-E24C-4FF8-AA16-43D8D5C9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24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Javiera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FC821-3C2B-4BBB-AC4D-6E42761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24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4B3E"/>
                </a:solidFill>
                <a:latin typeface="Arial"/>
                <a:ea typeface="Arial"/>
                <a:cs typeface="Arial"/>
              </a:rPr>
              <a:t>Bloqueada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E0B3E0-A851-4F4C-A075-10C0352E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24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15:10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DB061E-113C-4786-9F48-0DBA0A29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79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C5BDB6-4B8B-4AD3-A291-A2612EFC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Preparar estación de cocina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A42F5A-9A0C-4E20-ACED-04C3799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624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Camila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6DF79F-93E7-4345-B20A-EB44A6C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En curso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25C978-E6E0-4F57-9BBA-79E91C3C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15:30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27CD1E-9487-4700-80E3-F32F3EE4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79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CF1500-3EE8-49B0-9F27-1C835A0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Desinfectar mesones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12D9CB-1B86-44C5-8922-19E15211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006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Matías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C54047-9708-4BDD-B153-F879F2D4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Completada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F27DA4-F9B9-4335-99F6-9CDA049D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00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16:00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AE5DF5-B88C-42EE-8130-C1F95492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79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8BEB3A-250A-444D-B528-2524DAE3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B84B3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4B3E"/>
                </a:solidFill>
                <a:latin typeface="Arial"/>
                <a:ea typeface="Arial"/>
                <a:cs typeface="Arial"/>
              </a:rPr>
              <a:t>Bloqueo abierto: falta stock de un insumo. Definir reemplazo o dejarlo indicado en el traspaso.</a:t>
            </a:r>
          </a:p>
        </p:txBody>
      </p:sp>
    </p:spTree>
    <p:extLst>
      <p:ext uri="{BB962C8B-B14F-4D97-AF65-F5344CB8AC3E}">
        <p14:creationId xmlns:p14="http://schemas.microsoft.com/office/powerpoint/2010/main" val="916320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C87ACF-510B-433C-9563-A74C6C3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51B99-B158-42A7-80E1-E993F31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" y="344043"/>
            <a:ext cx="181356" cy="207264"/>
          </a:xfrm>
          <a:prstGeom xmlns:a="http://schemas.openxmlformats.org/drawingml/2006/main" prst="roundRect">
            <a:avLst>
              <a:gd name="adj" fmla="val 42017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B4ADC-3738-4712-85AA-0BFE80B4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327851"/>
            <a:ext cx="71247" cy="323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D4C96-A354-4362-AA01-915BFD6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" y="425006"/>
            <a:ext cx="38862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6FC3C-EF6B-49DA-BEF8-E9DC0A26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" y="431483"/>
            <a:ext cx="58293" cy="22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728EE-95FC-4721-B578-E4F0C1CC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5" y="489776"/>
            <a:ext cx="90678" cy="9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C16F6-4DA3-4889-A914-00822C8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533495"/>
            <a:ext cx="24289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F5C2A-E221-4C5A-B712-A69069D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8922"/>
            <a:ext cx="42101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38C29-D4DD-436A-BC4C-B457A9D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CE2F7-59DC-45B6-AE83-85BDED2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Seguridad, calidad y privacidad desde el diseño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D8570-4F26-4D46-BAB1-B0FC71DD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La propuesta deja controles verificables para el desarrollo del producto.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A295B-B2C7-4980-8CA2-16947B01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B0E90-229A-4B6C-AFB3-AE3076BE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CHECKHELPH  / 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2F20E-AC7E-4DBF-BCF9-B0334C81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EBCCC-F978-4DC6-85BB-7EDBD383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CONTROLES DEL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B65C4-0122-4830-A846-A0C4EF74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9895F-3A54-4F8E-A330-A188D2C9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30BB9-9975-47C4-97F7-36C7092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62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Datos mínimos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BBEC5-D08F-41EE-9701-4365A19A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09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Guardar solo información necesaria para coordinar la operación.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2FA31-66CC-4C54-BDDF-272038EA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05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8BA79-97FD-4EB8-9C51-8AEB072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13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1E758-C4E7-470A-BC33-2ADA9C3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95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Acceso por 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25071-8818-4F6C-BDB9-F016CD0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543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Separar permisos de colaborador, encargado y administrador.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42454-CA19-4932-932F-A8D247CC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B83F3-EB6D-4D43-B22A-589C753C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EDABF-F141-4F9D-8483-8259406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290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FD53D-D2F2-488F-8A4B-C9D58774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767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Registrar cambios de estado y acciones relevantes.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8AAC2-4AC8-439F-83C5-5CCF91D8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0101A-98B3-46F2-BAA3-8D8B7A6C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12C85-7030-48D2-A637-5789B61D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Continuidad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7BB404-7810-448B-AF6C-F22EE6A2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10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Diseñar una respuesta clara ante desconexión o error.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C50AC-9AAF-4DBA-A666-9344537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8040C-04A4-4463-862E-E72DC908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CRITERIOS DE CALIDAD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4097F2-3373-4F7C-8E3B-EF2CDDDA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Usabilidad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6D6EC-54E2-41FC-B677-AABF7276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9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Tarea habitual en hasta 3 acciones principales.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8C88A3-B60D-4BB7-83D8-D5D1C0AF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Rendimiento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07A609-D207-4DD0-9DC6-43635406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43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Carga objetivo bajo 2,5 s en red móvil de prueba.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D95493-5613-4C1B-B1F5-F9A7F5F3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Confiabilidad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63AC93-43E6-4F35-9943-067D3FA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767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No perder cambios confirmados; probar recuperación.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019D09-C769-4988-8A3A-93DA5588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720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Privacidad y seguridad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86A10E-71DB-460E-96C4-3B15491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Alinear controles con ISO/IEC 27001, Ley 21.719 y Ley 21.663 según alcance.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78CE90-8AD8-415F-99F3-7BDBD77B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1277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1D9A85-632E-4A04-A0D5-1D4A57E0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Marco a mapear en el proyecto: ISO/IEC 25010:2023 · ISO/IEC 27001:2022 · Ley 21.719 · Ley 21.663</a:t>
            </a:r>
          </a:p>
        </p:txBody>
      </p:sp>
    </p:spTree>
    <p:extLst>
      <p:ext uri="{BB962C8B-B14F-4D97-AF65-F5344CB8AC3E}">
        <p14:creationId xmlns:p14="http://schemas.microsoft.com/office/powerpoint/2010/main" val="386214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D4BED-8047-40CE-882F-58EBEF60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12D04-935D-47D3-8660-CF950876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" y="344043"/>
            <a:ext cx="181356" cy="207264"/>
          </a:xfrm>
          <a:prstGeom xmlns:a="http://schemas.openxmlformats.org/drawingml/2006/main" prst="roundRect">
            <a:avLst>
              <a:gd name="adj" fmla="val 42017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C0125-59EA-4B73-84FA-ECE228C5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327851"/>
            <a:ext cx="71247" cy="323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AB121-3372-4788-A33D-5ACC850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" y="425006"/>
            <a:ext cx="38862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56CD5-EA50-4DE3-9209-0992040B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" y="431483"/>
            <a:ext cx="58293" cy="22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EA452-3112-4187-A593-0840109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5" y="489776"/>
            <a:ext cx="90678" cy="9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86BE2-A8D4-4991-B2A7-29768A2D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533495"/>
            <a:ext cx="24289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1D0A2-B140-4C99-A42C-043E5FE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8922"/>
            <a:ext cx="42101" cy="11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A05FB-4C94-4687-B887-4EADE510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CheckHelph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A0C76-6914-47D3-99F6-B2AF28FA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Alcance del MVP y próxima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0971F-3E0C-4F79-B53D-1FD668C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CheckHelph comienza con coordinación diaria en un solo local.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DB562-85F1-47FE-BFA7-1D858CEC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F8350-AB84-4374-9400-6204B78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CHECKHELPH  / 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C1901-6C93-4463-87C7-F8EF864F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19516-1AEA-4DF8-8587-55AF5F7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53721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FD40D-BD07-46C6-B0BD-AFCD9EA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INCLUYE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6346B-0EEE-45D5-8710-B750268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33B"/>
                </a:solidFill>
                <a:latin typeface="Arial"/>
                <a:ea typeface="Arial"/>
                <a:cs typeface="Arial"/>
              </a:rPr>
              <a:t>• Plantillas de tareas por turno</a:t>
            </a:r>
          </a:p>
          <a:p xmlns:a="http://schemas.openxmlformats.org/drawingml/2006/main">
            <a: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33B"/>
                </a:solidFill>
                <a:latin typeface="Arial"/>
                <a:ea typeface="Arial"/>
                <a:cs typeface="Arial"/>
              </a:rPr>
              <a:t>• Asignación por rol y estado</a:t>
            </a:r>
          </a:p>
          <a:p xmlns:a="http://schemas.openxmlformats.org/drawingml/2006/main">
            <a: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33B"/>
                </a:solidFill>
                <a:latin typeface="Arial"/>
                <a:ea typeface="Arial"/>
                <a:cs typeface="Arial"/>
              </a:rPr>
              <a:t>• Reporte y seguimiento de bloqueos</a:t>
            </a:r>
          </a:p>
          <a:p xmlns:a="http://schemas.openxmlformats.org/drawingml/2006/main">
            <a: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33B"/>
                </a:solidFill>
                <a:latin typeface="Arial"/>
                <a:ea typeface="Arial"/>
                <a:cs typeface="Arial"/>
              </a:rPr>
              <a:t>• Traspaso con pendientes y contexto</a:t>
            </a:r>
          </a:p>
          <a:p xmlns:a="http://schemas.openxmlformats.org/drawingml/2006/main">
            <a:pPr algn="l">
              <a:defRPr sz="1275" b="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33B"/>
                </a:solidFill>
                <a:latin typeface="Arial"/>
                <a:ea typeface="Arial"/>
                <a:cs typeface="Arial"/>
              </a:rPr>
              <a:t>• Navegación mobile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E5353-05A1-42AE-BE11-3C82ECE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55816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E9E2E-EF67-4300-8CBB-BF280AE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B68AE-62B5-4723-A701-795EF421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• Integración con POS</a:t>
            </a:r>
          </a:p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• Predicción de demanda</a:t>
            </a:r>
          </a:p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• Analítica individual de productividad</a:t>
            </a:r>
          </a:p>
          <a:p xmlns:a="http://schemas.openxmlformats.org/drawingml/2006/main">
            <a:pPr algn="l">
              <a:defRPr sz="1275" b="0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7A"/>
                </a:solidFill>
                <a:latin typeface="Arial"/>
                <a:ea typeface="Arial"/>
                <a:cs typeface="Arial"/>
              </a:rPr>
              <a:t>• Modo offline completo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87ED4-5103-4C51-A0A9-465C4F33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77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6706C-2FE7-483D-9DF4-F5015492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6B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6B63"/>
                </a:solidFill>
                <a:latin typeface="Arial"/>
                <a:ea typeface="Arial"/>
                <a:cs typeface="Arial"/>
              </a:rPr>
              <a:t>PRUEBA DEL PROTOTIPO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2DC38-D83C-4427-BC5D-4C46289C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Marca una tarea como lista, registra un bloqueo y crea un traspaso. Los datos de prueba se guardan solo en el navegador.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D3673-BEC1-4B20-90BD-77701CDA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33B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DED2C-9D33-4F4D-A24F-DC4B4A09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Petróleo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02DF9-A517-4B76-B050-9F2B8299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10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6B63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893F8-902E-4D25-B235-DF6A57A7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Teal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FAB61-D109-4BF0-A0AE-5A175BB6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10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1EA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B583F-5C61-4729-AA0C-7C9703EB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Menta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EB787B-E4EE-43F0-9734-53FF834A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010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9557F9-36D9-4171-A4E0-F703924E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Marfil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2D8836-634A-4B72-AC6C-7E73CDEE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10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2A43A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FE74AF-4EF3-44C5-ADD6-256EF97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Ámbar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1D248-F3B8-40B0-9E68-671379F2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10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63A40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FF1DA-787A-41F8-AA0F-77DEBF0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477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77A"/>
                </a:solidFill>
                <a:latin typeface="Arial"/>
                <a:ea typeface="Arial"/>
                <a:cs typeface="Arial"/>
              </a:rPr>
              <a:t>Grafito</a:t>
            </a:r>
          </a:p>
        </p:txBody>
      </p:sp>
    </p:spTree>
    <p:extLst>
      <p:ext uri="{BB962C8B-B14F-4D97-AF65-F5344CB8AC3E}">
        <p14:creationId xmlns:p14="http://schemas.microsoft.com/office/powerpoint/2010/main" val="622416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2026-10-23T02:39:54.4950000Z</dcterms:created>
  <dcterms:modified xsi:type="dcterms:W3CDTF">2026-10-23T02:39:54.4950000Z</dcterms:modified>
</coreProperties>
</file>